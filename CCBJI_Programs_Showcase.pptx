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ZSD_PRICING_COMPARE — Pricing Validation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CCBJI · ECC → S/4HANA Migration · SD Pricing · ABAP report (SE38) · compares migrated ECC pricing vs. fresh S/4HANA pricing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966960" y="320040"/>
            <a:ext cx="1783080" cy="566928"/>
          </a:xfrm>
          <a:prstGeom prst="roundRect">
            <a:avLst>
              <a:gd name="adj" fmla="val 19355"/>
            </a:avLst>
          </a:prstGeom>
          <a:solidFill>
            <a:srgbClr val="C8102E"/>
          </a:solidFill>
          <a:ln>
            <a:solidFill>
              <a:srgbClr val="C8102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modes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24912" cy="9144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26464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28800" y="1426464"/>
            <a:ext cx="1261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modes: automatic top-N or user order list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05556" y="1371600"/>
            <a:ext cx="2724912" cy="9144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2716" y="1426464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N×M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77156" y="1426464"/>
            <a:ext cx="1261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per run: top N orders × M customers (5×5 = 25)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53912" y="1371600"/>
            <a:ext cx="2724912" cy="9144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1426464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525512" y="1426464"/>
            <a:ext cx="1261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Tolerance — exact compare, JPY decimal-safe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02268" y="1371600"/>
            <a:ext cx="2724912" cy="9144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39428" y="1426464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0373868" y="1426464"/>
            <a:ext cx="1261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statuses in color-coded ALV output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54203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breakdown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07792"/>
          <a:ext cx="67665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Top-N highest-value orders per doc type / period — overall or per customer; or explicit order numbers (R2)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Copy order Y created via BAPI_SALESORDER_CREATEFROMDAT2 with pricing type B (all prices re-derived fresh)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 is priced on X's original pricing date → identical condition-record validities, true ECC vs S/4 test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PRCD_ELEMENTS of X vs Y per item + condition type: rate, pricing unit, UoM, condition value, item net 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TCURX decimal shift (JPY = 0 decimals) and percentage normalisation — no false differences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Traffic-light ALV + Excel export, customer column, BAPI errors shown per order, run totals in header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452360" y="2542032"/>
            <a:ext cx="4279392" cy="2011680"/>
          </a:xfrm>
          <a:prstGeom prst="roundRect">
            <a:avLst>
              <a:gd name="adj" fmla="val 3636"/>
            </a:avLst>
          </a:prstGeom>
          <a:solidFill>
            <a:srgbClr val="FDF0F0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2670048"/>
            <a:ext cx="39319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Traffic-light verdict</a:t>
            </a:r>
            <a:endParaRPr lang="en-US" sz="13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OK: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S/4 reproduces the ECC result exactly</a:t>
            </a:r>
            <a:endParaRPr lang="en-US" sz="13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no impact: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zero-value missing/new conditions, manual conditions</a:t>
            </a:r>
            <a:endParaRPr lang="en-US" sz="13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— investigate: 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mismatch, condition with value missing in S/4, new valued condition, BAPI error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452360" y="4754880"/>
            <a:ext cx="4279392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35240" y="4873752"/>
            <a:ext cx="39319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&amp; safety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copies stamped PRCVAL-&lt;order no.&gt; in PO field — findable via VA05 for cleanup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BAPI variables cleared per order — no carry-over across the run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 QA client with migrated data — not in production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35508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basis: in S/4HANA document conditions live in PRCD_ELEMENTS (KONV obsolete) — the program compares internal values on both sides, so the check is engine vs. engine. Deliverables: program, TSD, customer user guide.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ZTABLE_META — Dynamic Table OData Service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Gateway OData V2 · fully code-based MPC/DPC (no SEGW) · SAP → CPI integration · one service for any table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966960" y="320040"/>
            <a:ext cx="1783080" cy="566928"/>
          </a:xfrm>
          <a:prstGeom prst="roundRect">
            <a:avLst>
              <a:gd name="adj" fmla="val 19355"/>
            </a:avLst>
          </a:prstGeom>
          <a:solidFill>
            <a:srgbClr val="C8102E"/>
          </a:solidFill>
          <a:ln>
            <a:solidFill>
              <a:srgbClr val="C8102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table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24912" cy="9144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26464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28800" y="1426464"/>
            <a:ext cx="1261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service covers every table — no new dev per table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05556" y="1371600"/>
            <a:ext cx="2724912" cy="9144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2716" y="1426464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77156" y="1426464"/>
            <a:ext cx="1261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sets: TableStructureSet + TableDataSet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53912" y="1371600"/>
            <a:ext cx="2724912" cy="9144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1426464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525512" y="1426464"/>
            <a:ext cx="1261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SEGW projects — pure code-based model &amp; data provider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02268" y="1371600"/>
            <a:ext cx="2724912" cy="9144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39428" y="1426464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0373868" y="1426464"/>
            <a:ext cx="1261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row ceiling (1,000 default cap) against full dumps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54203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breakdown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07792"/>
          <a:ext cx="67665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TableStructureSet: one entity per field with full DDIC info — type, length, decimals, key flag, check table, texts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TableDataSet: one entity per record, whole row serialised to JSON — keeps the model generic across tables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chosen at runtime via $filter Tabname eq 'MARA'; paging with $top/$skip; optional WhereClause restriction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S_TABU_NAM authority check (display) before every read; row caps; whitelist-ready 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CPI usage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OData V2 receiver channel; JSON→XML step expands DataJson into real columns; table name driven from iFlow input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ZCL_ZTABLE_META_MPC / ZCL_ZTABLE_META_DPC · service ZTABLE_META_SRV · model ZTABLE_META_MDL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452360" y="2542032"/>
            <a:ext cx="4279392" cy="2011680"/>
          </a:xfrm>
          <a:prstGeom prst="roundRect">
            <a:avLst>
              <a:gd name="adj" fmla="val 3636"/>
            </a:avLst>
          </a:prstGeom>
          <a:solidFill>
            <a:srgbClr val="FDF0F0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2670048"/>
            <a:ext cx="39319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dynamic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OData model is fixed (2 entity types) — only the content is dynamic. Pass VBAP, EKPO, MARA or any transparent table / DDIC view at runtime and get its structure and data back.</a:t>
            </a:r>
            <a:endParaRPr lang="en-US" sz="13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development replaces a whole family of table-specific OData services.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452360" y="4754880"/>
            <a:ext cx="4279392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35240" y="4873752"/>
            <a:ext cx="39319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in 4 steps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MPC/DPC classes (SE24 / ADT)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Register: /IWBEP/REG_SERVICE → /IWFND/MAINT_SERVICE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cleanup + load $metadata → test in /IWFND/GW_CLIENT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35508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call: GET /sap/opu/odata/sap/ZTABLE_META_SRV/TableDataSet?$filter=Tabname eq 'MARA'&amp;$top=100&amp;$format=json — response returns each record as DataJson for CPI to expand.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2026-07-28T13:38:59Z</dcterms:created>
  <dcterms:modified xsi:type="dcterms:W3CDTF">2026-07-28T13:38:59Z</dcterms:modified>
</cp:coreProperties>
</file>